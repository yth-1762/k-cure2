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81" r:id="rId4"/>
    <p:sldId id="261" r:id="rId5"/>
    <p:sldId id="262" r:id="rId6"/>
    <p:sldId id="282" r:id="rId7"/>
    <p:sldId id="265" r:id="rId8"/>
    <p:sldId id="266" r:id="rId9"/>
    <p:sldId id="283" r:id="rId10"/>
    <p:sldId id="267" r:id="rId11"/>
    <p:sldId id="268" r:id="rId12"/>
    <p:sldId id="284" r:id="rId13"/>
    <p:sldId id="269" r:id="rId14"/>
    <p:sldId id="270" r:id="rId15"/>
    <p:sldId id="285" r:id="rId16"/>
    <p:sldId id="271" r:id="rId17"/>
    <p:sldId id="272" r:id="rId18"/>
    <p:sldId id="286" r:id="rId19"/>
    <p:sldId id="273" r:id="rId20"/>
    <p:sldId id="274" r:id="rId21"/>
    <p:sldId id="287" r:id="rId22"/>
    <p:sldId id="275" r:id="rId23"/>
    <p:sldId id="276" r:id="rId24"/>
    <p:sldId id="288" r:id="rId25"/>
    <p:sldId id="277" r:id="rId26"/>
    <p:sldId id="278" r:id="rId27"/>
    <p:sldId id="289" r:id="rId28"/>
    <p:sldId id="279" r:id="rId29"/>
    <p:sldId id="280" r:id="rId30"/>
    <p:sldId id="290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998" autoAdjust="0"/>
  </p:normalViewPr>
  <p:slideViewPr>
    <p:cSldViewPr snapToGrid="0">
      <p:cViewPr varScale="1">
        <p:scale>
          <a:sx n="94" d="100"/>
          <a:sy n="94" d="100"/>
        </p:scale>
        <p:origin x="117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98F67-F93E-4EA9-AC03-A80F8B0EABB4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4BBD1-452D-4EAC-ABF7-3B549C3F2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68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grouptype+AGE+SEX+G1E_BMI+income+cci_group+activity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(data1))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-0.049015507 0.9521664 0.0127513805  -3.8439373  1.210760e-04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-0.152760068 0.8583356 0.0126156831 -12.1087432  9.493765e-34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0.039128658 1.0399043 0.0006570674  59.5504444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0.478290783 1.6133145 0.0141481425  33.8059065 1.614969e-250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-0.030243381 0.9702094 0.0017669367 -17.1162793  1.122229e-65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-0.042334825 0.9585488 0.0160312854  -2.6407630  8.271957e-03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-0.044025108 0.9569299 0.0152434660  -2.8881298  3.875400e-03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-0.080008241 0.9231087 0.0140417140  -5.6978971  1.212942e-08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-0.149039354 0.8615352 0.0131742669 -11.3129144  1.132637e-29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0.403579879 1.4971748 0.0152542062  26.4569571 3.034603e-154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0.086667553 1.0905341 0.0125781270   6.8903385  5.565979e-12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0.226420315 1.2541027 0.0173470578  13.0523757  6.159621e-39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-0.119803195 0.8870950 0.0110015905 -10.8896250  1.291711e-27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-0.277502333 0.7576738 0.0131030722 -21.1784175  1.510211e-99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0.742774938 2.1017597 0.0165858592  44.7836274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1.486575632 4.4219273 0.0170340060  87.2710527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0.665000519 1.9444915 0.0228311168  29.1269378 1.637132e-186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-1.120583757 0.3260894 0.0138557537 -80.8749767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0.003156192 1.0031612 0.0110764411   0.2849464  7.756852e-01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-0.243976695 0.7835059 0.0106121395 -22.9903400 5.823143e-117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0.9286645 0.9762630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0.8373724 0.8798237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1.0385659 1.0412443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1.5691922 1.6586776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0.9668552 0.9735752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0.9288987 0.9891453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0.9287629 0.9859512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0.8980500 0.9488667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0.8395742 0.8840707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1.4530753 1.5426128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1.0639782 1.1177528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1.2121804 1.2974748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0.8681716 0.9064309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0.7384633 0.7773840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2.0345349 2.1712057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4.2767338 4.5720499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1.8593972 2.0334802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0.3173530 0.3350663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0.9816178 1.0251773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0.7673777 0.7999730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96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grouptype+AGE+SEX+G1E_BMI+income+cci_group+activity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(data1))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-0.049015507 0.9521664 0.0127513805  -3.8439373  1.210760e-04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-0.152760068 0.8583356 0.0126156831 -12.1087432  9.493765e-34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0.039128658 1.0399043 0.0006570674  59.5504444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0.478290783 1.6133145 0.0141481425  33.8059065 1.614969e-250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-0.030243381 0.9702094 0.0017669367 -17.1162793  1.122229e-65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-0.042334825 0.9585488 0.0160312854  -2.6407630  8.271957e-03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-0.044025108 0.9569299 0.0152434660  -2.8881298  3.875400e-03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-0.080008241 0.9231087 0.0140417140  -5.6978971  1.212942e-08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-0.149039354 0.8615352 0.0131742669 -11.3129144  1.132637e-29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0.403579879 1.4971748 0.0152542062  26.4569571 3.034603e-154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0.086667553 1.0905341 0.0125781270   6.8903385  5.565979e-12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0.226420315 1.2541027 0.0173470578  13.0523757  6.159621e-39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-0.119803195 0.8870950 0.0110015905 -10.8896250  1.291711e-27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-0.277502333 0.7576738 0.0131030722 -21.1784175  1.510211e-99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0.742774938 2.1017597 0.0165858592  44.7836274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1.486575632 4.4219273 0.0170340060  87.2710527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0.665000519 1.9444915 0.0228311168  29.1269378 1.637132e-186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-1.120583757 0.3260894 0.0138557537 -80.8749767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0.003156192 1.0031612 0.0110764411   0.2849464  7.756852e-01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-0.243976695 0.7835059 0.0106121395 -22.9903400 5.823143e-117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0.9286645 0.9762630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0.8373724 0.8798237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1.0385659 1.0412443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1.5691922 1.6586776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0.9668552 0.9735752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0.9288987 0.9891453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0.9287629 0.9859512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0.8980500 0.9488667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0.8395742 0.8840707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1.4530753 1.5426128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1.0639782 1.1177528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1.2121804 1.2974748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0.8681716 0.9064309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0.7384633 0.7773840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2.0345349 2.1712057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4.2767338 4.5720499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1.8593972 2.0334802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0.3173530 0.3350663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0.9816178 1.0251773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0.7673777 0.7999730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8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grouptype+AGE+SEX+G1E_BMI+income+cci_group+activity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,data=data1)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-0.04598770 0.9550537 0.0132755257  -3.464096  5.320160e-04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-0.15728234 0.8544628 0.0132030760 -11.912553  1.018114e-32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0.03757755 1.0382925 0.0006827445  55.038971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0.45189020 1.5712794 0.0147510908  30.634358 4.269917e-206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-0.02999719 0.9704483 0.0018408532 -16.295263  1.066431e-59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-0.04280632 0.9580969 0.0166787868  -2.566513  1.027268e-02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-0.04172961 0.9591291 0.0158575243  -2.631534  8.500038e-03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-0.08292087 0.9204240 0.0146386415  -5.664519  1.474374e-08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-0.14648351 0.8637400 0.0137362901 -10.663979  1.500376e-26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0.37283936 1.4518511 0.0158494583  23.523792 2.328873e-122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0.08339702 1.0869733 0.0130533033   6.388959  1.670184e-10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0.19502071 1.2153362 0.0182121084  10.708299  9.305571e-27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-0.11713293 0.8894669 0.0114677655 -10.214102  1.714590e-24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-0.29180813 0.7469118 0.0134030793 -21.771723 4.301552e-105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0.88130755 2.4140541 0.0184330487  47.811274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1.65146296 5.2146030 0.0187792236  87.940960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0.75581984 2.1293565 0.0250150765  30.214572 1.524426e-200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-1.17606058 0.3084916 0.0148958618 -78.952168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0.01741658 1.0175691 0.0114001718   1.527747  1.265753e-01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-0.22097700 0.8017351 0.0110235480 -20.045905  2.191577e-89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0.9305241 0.9802299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0.8326350 0.8768628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1.0369040 1.0396828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1.5265016 1.6173707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0.9669532 0.9739560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0.9272833 0.9899345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0.9297777 0.9894071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0.8943911 0.9472145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0.8407961 0.8873100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1.4074436 1.4976598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1.0595169 1.1151412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1.1727198 1.2595012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0.8696979 0.9096853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0.7275463 0.7667929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2.3283956 2.5028640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5.0261604 5.4101107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2.0274750 2.2363576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0.2996153 0.3176309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0.9950848 1.0405615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0.7845988 0.8192457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107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grouptype+AGE+SEX+G1E_BMI+income+cci_group+activity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,data=data1)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-0.04598770 0.9550537 0.0132755257  -3.464096  5.320160e-04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-0.15728234 0.8544628 0.0132030760 -11.912553  1.018114e-32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0.03757755 1.0382925 0.0006827445  55.038971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0.45189020 1.5712794 0.0147510908  30.634358 4.269917e-206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-0.02999719 0.9704483 0.0018408532 -16.295263  1.066431e-59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-0.04280632 0.9580969 0.0166787868  -2.566513  1.027268e-02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-0.04172961 0.9591291 0.0158575243  -2.631534  8.500038e-03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-0.08292087 0.9204240 0.0146386415  -5.664519  1.474374e-08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-0.14648351 0.8637400 0.0137362901 -10.663979  1.500376e-26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0.37283936 1.4518511 0.0158494583  23.523792 2.328873e-122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0.08339702 1.0869733 0.0130533033   6.388959  1.670184e-10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0.19502071 1.2153362 0.0182121084  10.708299  9.305571e-27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-0.11713293 0.8894669 0.0114677655 -10.214102  1.714590e-24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-0.29180813 0.7469118 0.0134030793 -21.771723 4.301552e-105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0.88130755 2.4140541 0.0184330487  47.811274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1.65146296 5.2146030 0.0187792236  87.940960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0.75581984 2.1293565 0.0250150765  30.214572 1.524426e-200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-1.17606058 0.3084916 0.0148958618 -78.952168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0.01741658 1.0175691 0.0114001718   1.527747  1.265753e-01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-0.22097700 0.8017351 0.0110235480 -20.045905  2.191577e-89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0.9305241 0.9802299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grouptype003   0.8326350 0.8768628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1.0369040 1.0396828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1.5265016 1.6173707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0.9669532 0.9739560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0.9272833 0.9899345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0.9297777 0.9894071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0.8943911 0.9472145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0.8407961 0.8873100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1.4074436 1.4976598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1.0595169 1.1151412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1.1727198 1.2595012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0.8696979 0.9096853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0.7275463 0.7667929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2.3283956 2.5028640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5.0261604 5.4101107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2.0274750 2.2363576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0.2996153 0.3176309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0.9950848 1.0405615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0.7845988 0.8192457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232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fit3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smk_20+AGE+SEX+q_smk_yn2+pack_year+G1E_BMI+income+cci_group+activity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             ,data=data11)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summary(fit3)$coefficients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-0.064050308 0.9379578 0.0208448287  -3.072719  2.121179e-03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 0.038122957 1.0388590 0.0008452254  45.103894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0.192445986 1.2122110 0.0324412886   5.932131  2.990272e-09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0.159945470 1.1734469 0.0119208069  13.417336  4.786120e-41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0.001259944 1.0012607 0.0002864521   4.398448  1.090280e-05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-0.029301176 0.9711239 0.0022885479 -12.803392  1.569434e-37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-0.036439756 0.9642162 0.0196388527  -1.855493  6.352584e-02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-0.036687099 0.9639777 0.0187750828  -1.954031  5.069752e-02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-0.057360462 0.9442536 0.0173443549  -3.307155  9.424888e-04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-0.117160808 0.8894422 0.0165240667  -7.090313  1.338088e-12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0.385729703 1.4706871 0.0192831707  20.003438  5.140421e-89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0.069343949 1.0718048 0.0158492032   4.375233  1.213031e-05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0.191179085 1.2106762 0.0216640327   8.824723  1.097312e-18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-0.078489235 0.9245120 0.0136029315  -5.770024  7.926045e-09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-0.212070527 0.8089076 0.0151421219 -14.005338  1.445912e-44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0.654308512 1.9238118 0.0203665441  32.126634 1.872876e-226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1.384801445 3.9940328 0.0209838979  65.993528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0.593241104 1.8098448 0.0282130922  21.027156  3.701837e-98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-1.078708007 0.3400346 0.0171684057 -62.830995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-0.054418369 0.9470358 0.0135833550  -4.006254  6.168934e-05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-0.262504411 0.7691230 0.0132644264 -19.790107  3.622751e-87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0.9004097 0.9770717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1.0371394 1.0405814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1.1375334 1.2917912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1.1463479 1.2011865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1.0006988 1.0018230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0.9667777 0.9754897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0.9278073 1.0020538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0.9291495 1.0001114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0.9126939 0.9769047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0.8610976 0.9187197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1.4161407 1.5273344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1.0390222 1.1056217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1.1603461 1.2631894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0.9001890 0.9494922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0.7852536 0.8332742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1.8485302 2.0021592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3.8330996 4.1617228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1.7124832 1.9127419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0.3287830 0.3516712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0.9221556 0.9725873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0.7493851 0.7893807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777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fit3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smk_20+AGE+SEX+q_smk_yn2+pack_year+G1E_BMI+income+cci_group+activity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             ,data=data11)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summary(fit3)$coefficients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-0.064050308 0.9379578 0.0208448287  -3.072719  2.121179e-03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 0.038122957 1.0388590 0.0008452254  45.103894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0.192445986 1.2122110 0.0324412886   5.932131  2.990272e-09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0.159945470 1.1734469 0.0119208069  13.417336  4.786120e-41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0.001259944 1.0012607 0.0002864521   4.398448  1.090280e-05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-0.029301176 0.9711239 0.0022885479 -12.803392  1.569434e-37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-0.036439756 0.9642162 0.0196388527  -1.855493  6.352584e-02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-0.036687099 0.9639777 0.0187750828  -1.954031  5.069752e-02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-0.057360462 0.9442536 0.0173443549  -3.307155  9.424888e-04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-0.117160808 0.8894422 0.0165240667  -7.090313  1.338088e-12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0.385729703 1.4706871 0.0192831707  20.003438  5.140421e-89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0.069343949 1.0718048 0.0158492032   4.375233  1.213031e-05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0.191179085 1.2106762 0.0216640327   8.824723  1.097312e-18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-0.078489235 0.9245120 0.0136029315  -5.770024  7.926045e-09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-0.212070527 0.8089076 0.0151421219 -14.005338  1.445912e-44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0.654308512 1.9238118 0.0203665441  32.126634 1.872876e-226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1.384801445 3.9940328 0.0209838979  65.993528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0.593241104 1.8098448 0.0282130922  21.027156  3.701837e-98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-1.078708007 0.3400346 0.0171684057 -62.830995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-0.054418369 0.9470358 0.0135833550  -4.006254  6.168934e-05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-0.262504411 0.7691230 0.0132644264 -19.790107  3.622751e-87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0.9004097 0.9770717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1.0371394 1.0405814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1.1375334 1.2917912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1.1463479 1.2011865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1.0006988 1.0018230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0.9667777 0.9754897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0.9278073 1.0020538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0.9291495 1.0001114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0.9126939 0.9769047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0.8610976 0.9187197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1.4161407 1.5273344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1.0390222 1.1056217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1.1603461 1.2631894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0.9001890 0.9494922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0.7852536 0.8332742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1.8485302 2.0021592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3.8330996 4.1617228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1.7124832 1.9127419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0.3287830 0.3516712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0.9221556 0.9725873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0.7493851 0.7893807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925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fit3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smk_20+AGE+SEX+q_smk_yn2+pack_year+G1E_BMI+income+cci_group+activity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,data=data11)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summary(fit3)$coefficients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-0.058518551 0.9431607 0.0216851801  -2.698550  6.964219e-03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 0.036708539 1.0373906 0.0008782744  41.796209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0.183830686 1.2018123 0.0336700489   5.459769  4.767547e-08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0.160142318 1.1736779 0.0124258723  12.887813  5.271770e-38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0.001265257 1.0012661 0.0002988470   4.233795  2.297805e-05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-0.028626487 0.9717794 0.0023813942 -12.020894  2.759703e-33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-0.037026210 0.9636509 0.0203979561  -1.815192  6.949438e-02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-0.038293927 0.9624300 0.0195211089  -1.961668  4.980119e-02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-0.058857940 0.9428407 0.0180455763  -3.261627  1.107748e-03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-0.119297097 0.8875441 0.0172207007  -6.927540  4.282208e-12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0.357501240 1.4297523 0.0200277999  17.850250  2.877443e-71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0.067773299 1.0701227 0.0164297196   4.125043  3.706656e-05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0.158422502 1.1716611 0.0227264871   6.970831  3.150742e-12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-0.075829165 0.9269746 0.0141660649  -5.352874  8.656798e-08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-0.223733763 0.7995280 0.0154878051 -14.445802  2.664385e-47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0.770672180 2.1612185 0.0224844999  34.275709 1.806099e-257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1.524996520 4.5951276 0.0229676944  66.397458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0.669797996 1.9538426 0.0307115534  21.809317 1.892816e-105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-1.136209717 0.3210335 0.0184508526 -61.580337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-0.044571755 0.9564070 0.0139946229  -3.184920  1.447940e-03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-0.237878727 0.7882983 0.0137845301 -17.256934  9.924231e-67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0.9039143 0.9841112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1.0356064 1.0391779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1.1250625 1.2837979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1.1454391 1.2026129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1.0006798 1.0018527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0.9672542 0.9763257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0.9258848 1.0029574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0.9263023 0.9999667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0.9100765 0.9767845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0.8580876 0.9180117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1.3747164 1.4869916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1.0362119 1.1051432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1.1206170 1.2250303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0.9015911 0.9530726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0.7756225 0.8241702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2.0680443 2.2585906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4.3928607 4.8067077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1.8397036 2.0750630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0.3096314 0.3328555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0.9305302 0.9830033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0.7672858 0.8098862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79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fit3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smk_20+AGE+SEX+q_smk_yn2+pack_year+G1E_BMI+income+cci_group+activity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,data=data11)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summary(fit3)$coefficients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-0.058518551 0.9431607 0.0216851801  -2.698550  6.964219e-03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 0.036708539 1.0373906 0.0008782744  41.796209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0.183830686 1.2018123 0.0336700489   5.459769  4.767547e-08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0.160142318 1.1736779 0.0124258723  12.887813  5.271770e-38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0.001265257 1.0012661 0.0002988470   4.233795  2.297805e-05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-0.028626487 0.9717794 0.0023813942 -12.020894  2.759703e-33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-0.037026210 0.9636509 0.0203979561  -1.815192  6.949438e-02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-0.038293927 0.9624300 0.0195211089  -1.961668  4.980119e-02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-0.058857940 0.9428407 0.0180455763  -3.261627  1.107748e-03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-0.119297097 0.8875441 0.0172207007  -6.927540  4.282208e-12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0.357501240 1.4297523 0.0200277999  17.850250  2.877443e-71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0.067773299 1.0701227 0.0164297196   4.125043  3.706656e-05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0.158422502 1.1716611 0.0227264871   6.970831  3.150742e-12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-0.075829165 0.9269746 0.0141660649  -5.352874  8.656798e-08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-0.223733763 0.7995280 0.0154878051 -14.445802  2.664385e-47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0.770672180 2.1612185 0.0224844999  34.275709 1.806099e-257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1.524996520 4.5951276 0.0229676944  66.397458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0.669797996 1.9538426 0.0307115534  21.809317 1.892816e-105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-1.136209717 0.3210335 0.0184508526 -61.580337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-0.044571755 0.9564070 0.0139946229  -3.184920  1.447940e-03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-0.237878727 0.7882983 0.0137845301 -17.256934  9.924231e-67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smk_20&lt;20               0.9039143 0.9841112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AGE                     1.0356064 1.0391779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1.1250625 1.2837979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1.1454391 1.2026129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1.0006798 1.0018527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0.9672542 0.9763257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0.9258848 1.0029574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0.9263023 0.9999667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0.9100765 0.9767845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0.8580876 0.9180117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1.3747164 1.4869916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1.0362119 1.1051432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1.1206170 1.2250303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0.9015911 0.9530726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0.7756225 0.8241702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2.0680443 2.2585906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4.3928607 4.8067077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1.8397036 2.0750630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0.3096314 0.3328555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0.9305302 0.9830033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0.7672858 0.8098862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0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-0.583070188 0.5581820 0.0525327213 -11.099181  1.265985e-28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0.077066154 1.0801135 0.0515721401   1.494337  1.350876e-01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0.071210981 1.0738078 0.0135312191   5.262717  1.419417e-07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0.002440033 1.0024430 0.0003335548   7.315237  2.569275e-13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-0.039836704 0.9609463 0.0026197885 -15.206076  3.222898e-52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-0.064477956 0.9375568 0.0228446278  -2.822456  4.765737e-03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-0.069094367 0.9332386 0.0218470699  -3.162638  1.563468e-03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-0.041590574 0.9592624 0.0200465589  -2.074699  3.801445e-02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-0.029562065 0.9708706 0.0190581169  -1.551154  1.208649e-01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0.430335542 1.5377734 0.0225486299  19.084776  3.379249e-81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0.134703097 1.1441970 0.0184302114   7.308820  2.694986e-13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0.286318153 1.3315160 0.0250271796  11.440288  2.630096e-30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-0.066617018 0.9355534 0.0161674826  -4.120432  3.781621e-05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-0.198001868 0.8203683 0.0172772503 -11.460265  2.088746e-30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0.620638968 1.8601162 0.0234436431  26.473657 1.949320e-154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1.336583480 3.8060179 0.0242346466  55.151763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0.557261397 1.7458847 0.0329695120  16.902325  4.325135e-64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-1.141330864 0.3193937 0.0196974163 -57.943176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-0.102405930 0.9026631 0.0156943191  -6.525032  6.798716e-11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-0.360399037 0.6973980 0.0152491226 -23.634083 1.720736e-123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0.5035701 0.6187166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0.9762726 1.1949994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1.0457039 1.1026669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1.0017879 1.0030986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0.9560248 0.9658932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0.8965039 0.9804895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0.8941213 0.9740673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0.9223033 0.9977026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0.9352744 1.0078216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1.4712922 1.6072587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1.1036033 1.1862839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1.2677780 1.3984585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0.9063727 0.9656737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0.7930535 0.8486240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1.7765802 1.9475802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3.6294621 3.9911624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1.6366351 1.8624270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0.3072981 0.3319654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0.8753196 0.9308607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0.6768627 0.7185562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401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-0.583070188 0.5581820 0.0525327213 -11.099181  1.265985e-28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0.077066154 1.0801135 0.0515721401   1.494337  1.350876e-01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0.071210981 1.0738078 0.0135312191   5.262717  1.419417e-07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0.002440033 1.0024430 0.0003335548   7.315237  2.569275e-13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-0.039836704 0.9609463 0.0026197885 -15.206076  3.222898e-52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-0.064477956 0.9375568 0.0228446278  -2.822456  4.765737e-03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-0.069094367 0.9332386 0.0218470699  -3.162638  1.563468e-03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-0.041590574 0.9592624 0.0200465589  -2.074699  3.801445e-02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-0.029562065 0.9708706 0.0190581169  -1.551154  1.208649e-01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0.430335542 1.5377734 0.0225486299  19.084776  3.379249e-81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0.134703097 1.1441970 0.0184302114   7.308820  2.694986e-13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0.286318153 1.3315160 0.0250271796  11.440288  2.630096e-30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-0.066617018 0.9355534 0.0161674826  -4.120432  3.781621e-05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-0.198001868 0.8203683 0.0172772503 -11.460265  2.088746e-30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0.620638968 1.8601162 0.0234436431  26.473657 1.949320e-154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1.336583480 3.8060179 0.0242346466  55.151763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0.557261397 1.7458847 0.0329695120  16.902325  4.325135e-64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-1.141330864 0.3193937 0.0196974163 -57.943176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-0.102405930 0.9026631 0.0156943191  -6.525032  6.798716e-11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-0.360399037 0.6973980 0.0152491226 -23.634083 1.720736e-123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0.5035701 0.6187166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0.9762726 1.1949994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1.0457039 1.1026669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1.0017879 1.0030986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0.9560248 0.9658932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0.8965039 0.9804895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0.8941213 0.9740673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0.9223033 0.9977026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0.9352744 1.0078216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1.4712922 1.6072587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1.1036033 1.1862839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1.2677780 1.3984585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0.9063727 0.9656737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0.7930535 0.8486240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1.7765802 1.9475802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3.6294621 3.9911624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1.6366351 1.8624270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0.3072981 0.3319654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0.8753196 0.9308607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0.6768627 0.7185562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4930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-0.570043662 0.5655007 0.0543140550 -10.495325  9.076478e-26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0.066469710 1.0687286 0.0533340476   1.246290  2.126578e-01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0.076268552 1.0792524 0.0141075862   5.406208  6.437286e-08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0.002445699 1.0024487 0.0003478448   7.031006  2.050490e-12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-0.038866237 0.9618794 0.0027273439 -14.250582  4.445622e-46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-0.061518699 0.9403354 0.0237488044  -2.590391  9.586686e-03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-0.070395683 0.9320250 0.0227484786  -3.094523  1.971299e-03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-0.041082625 0.9597498 0.0208684540  -1.968647  4.899361e-02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-0.027721997 0.9726587 0.0198582617  -1.395993  1.627166e-01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0.402607566 1.4957198 0.0234132142  17.195741  2.857809e-66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0.129347054 1.1380850 0.0191107265   6.768296  1.303080e-11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0.250533582 1.2847107 0.0262521682   9.543348  1.382938e-21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-0.064359689 0.9376677 0.0168430604  -3.821140  1.328363e-04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-0.206188851 0.8136794 0.0176830112 -11.660279  2.033739e-31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0.732688008 2.0806659 0.0258328200  28.362680 5.839508e-177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1.471652274 4.3564272 0.0264713844  55.594080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0.623245481 1.8649710 0.0358849699  17.367870  1.444916e-67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-1.194484653 0.3028600 0.0211668442 -56.431872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-0.094616814 0.9097215 0.0161668941  -5.852504  4.842263e-09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-0.329749257 0.7191040 0.0158508106 -20.803306  4.039851e-96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0.5083947 0.6290214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0.9626522 1.1864937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1.0498194 1.1095105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1.0017655 1.0031324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0.9567514 0.9670349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0.8975688 0.9851396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0.8913823 0.9745207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0.9212867 0.9998188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0.9355287 1.0112624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1.4286337 1.5659562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1.0962450 1.1815219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1.2202799 1.3525435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0.9072189 0.9691384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0.7859619 0.8423743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1.9779414 2.1887255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4.1361662 4.5884177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1.7383080 2.0008633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0.2905525 0.3156888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0.8813475 0.9390089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0.6971071 0.7417951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171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(data3))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-0.570043662 0.5655007 0.0543140550 -10.495325  9.076478e-26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0.066469710 1.0687286 0.0533340476   1.246290  2.126578e-01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0.076268552 1.0792524 0.0141075862   5.406208  6.437286e-08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0.002445699 1.0024487 0.0003478448   7.031006  2.050490e-12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-0.038866237 0.9618794 0.0027273439 -14.250582  4.445622e-46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-0.061518699 0.9403354 0.0237488044  -2.590391  9.586686e-03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-0.070395683 0.9320250 0.0227484786  -3.094523  1.971299e-03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-0.041082625 0.9597498 0.0208684540  -1.968647  4.899361e-02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-0.027721997 0.9726587 0.0198582617  -1.395993  1.627166e-01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0.402607566 1.4957198 0.0234132142  17.195741  2.857809e-66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0.129347054 1.1380850 0.0191107265   6.768296  1.303080e-11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0.250533582 1.2847107 0.0262521682   9.543348  1.382938e-21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-0.064359689 0.9376677 0.0168430604  -3.821140  1.328363e-04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-0.206188851 0.8136794 0.0176830112 -11.660279  2.033739e-31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0.732688008 2.0806659 0.0258328200  28.362680 5.839508e-177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1.471652274 4.3564272 0.0264713844  55.594080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0.623245481 1.8649710 0.0358849699  17.367870  1.444916e-67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-1.194484653 0.3028600 0.0211668442 -56.431872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-0.094616814 0.9097215 0.0161668941  -5.852504  4.842263e-09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-0.329749257 0.7191040 0.0158508106 -20.803306  4.039851e-96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0.5083947 0.6290214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0.9626522 1.1864937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1.0498194 1.1095105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1.0017655 1.0031324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0.9567514 0.9670349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0.8975688 0.9851396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0.8913823 0.9745207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0.9212867 0.9998188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0.9355287 1.0112624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1.4286337 1.5659562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1.0962450 1.1815219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1.2202799 1.3525435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0.9072189 0.9691384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0.7859619 0.8423743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1.9779414 2.1887255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4.1361662 4.5884177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1.7383080 2.0008633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0.2905525 0.3156888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0.8813475 0.9390089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0.6971071 0.7417951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1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(data4))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-0.625366712 0.5350652 0.051068982 -12.2455293  1.775153e-34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0.336593402 1.4001696 0.040797760   8.2502912  1.580091e-16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0.138367872 1.1483979 0.022287461   6.2083282  5.355123e-10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0.004947060 1.0049593 0.002138439   2.3133974  2.070080e-02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-0.041559245 0.9592925 0.004321006  -9.6179551  6.715288e-22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-0.050673932 0.9505886 0.036885863  -1.3738036  1.695027e-01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 0.004101759 1.0041102 0.035134610   0.1167441  9.070628e-01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-0.023094883 0.9771698 0.033058419  -0.6986082  4.847969e-01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-0.027930255 0.9724562 0.031076217  -0.8987662  3.687772e-01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0.487830971 1.6287795 0.034683523  14.0652083  6.213966e-45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0.167416156 1.1822462 0.028531083   5.8678514  4.414786e-09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0.430422172 1.5379066 0.040662921  10.5851267  3.493080e-26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-0.075489861 0.9272891 0.024341667  -3.1012610  1.926984e-03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-0.353342303 0.7023367 0.030278671 -11.6696766  1.821142e-31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0.766560078 2.1523496 0.040459115  18.9465361  4.716244e-80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1.410361696 4.0974372 0.041445110  34.0296287 8.124738e-254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0.692289125 1.9982846 0.053895751  12.8449667  9.179136e-38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-1.247013490 0.2873617 0.032911173 -37.8902784 3.720799e-314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-0.020108248 0.9800926 0.025833504  -0.7783787  4.363458e-01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-0.352702220 0.7027864 0.024686906 -14.2870159  2.636678e-46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0.4841018 0.5913937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1.2925684 1.5167282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1.0993128 1.1996748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1.0007561 1.0091802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0.9512025 0.9674513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0.8842912 1.0218565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0.9372916 1.0756922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0.9158633 1.0425800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0.9149933 1.0335278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1.5217371 1.7433515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1.1179496 1.2502406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1.4200958 1.6654911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0.8840880 0.9726013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0.6618691 0.7452786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1.9882636 2.3299772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3.7777582 4.4441678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1.7979649 2.2209230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0.2694107 0.3065088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0.9317032 1.0309951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0.6695914 0.7376272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05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(data4))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-0.625366712 0.5350652 0.051068982 -12.2455293  1.775153e-34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0.336593402 1.4001696 0.040797760   8.2502912  1.580091e-16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0.138367872 1.1483979 0.022287461   6.2083282  5.355123e-10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0.004947060 1.0049593 0.002138439   2.3133974  2.070080e-02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-0.041559245 0.9592925 0.004321006  -9.6179551  6.715288e-22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-0.050673932 0.9505886 0.036885863  -1.3738036  1.695027e-01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 0.004101759 1.0041102 0.035134610   0.1167441  9.070628e-01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-0.023094883 0.9771698 0.033058419  -0.6986082  4.847969e-01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-0.027930255 0.9724562 0.031076217  -0.8987662  3.687772e-01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0.487830971 1.6287795 0.034683523  14.0652083  6.213966e-45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0.167416156 1.1822462 0.028531083   5.8678514  4.414786e-09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0.430422172 1.5379066 0.040662921  10.5851267  3.493080e-26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-0.075489861 0.9272891 0.024341667  -3.1012610  1.926984e-03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-0.353342303 0.7023367 0.030278671 -11.6696766  1.821142e-31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0.766560078 2.1523496 0.040459115  18.9465361  4.716244e-80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1.410361696 4.0974372 0.041445110  34.0296287 8.124738e-254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0.692289125 1.9982846 0.053895751  12.8449667  9.179136e-38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-1.247013490 0.2873617 0.032911173 -37.8902784 3.720799e-314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-0.020108248 0.9800926 0.025833504  -0.7783787  4.363458e-01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-0.352702220 0.7027864 0.024686906 -14.2870159  2.636678e-46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0.4841018 0.5913937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1.2925684 1.5167282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1.0993128 1.1996748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1.0007561 1.0091802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0.9512025 0.9674513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0.8842912 1.0218565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0.9372916 1.0756922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0.9158633 1.0425800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0.9149933 1.0335278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1.5217371 1.7433515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1.1179496 1.2502406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1.4200958 1.6654911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0.8840880 0.9726013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0.6618691 0.7452786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1.9882636 2.3299772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3.7777582 4.4441678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1.7979649 2.2209230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0.2694107 0.3065088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0.9317032 1.0309951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0.6695914 0.7376272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749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(data4))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-0.600966048 0.5482817 0.052592032 -11.4269410  3.067245e-30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0.330681710 1.3919167 0.042393153   7.8003565  6.173252e-15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0.129413764 1.1381610 0.023176791   5.5837654  2.353662e-08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0.005569175 1.0055847 0.002224339   2.5037436  1.228870e-02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-0.040603877 0.9602094 0.004486231  -9.0507760  1.419558e-19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-0.059192675 0.9425252 0.038209605  -1.5491570  1.213440e-01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 0.005679059 1.0056952 0.036328110   0.1563269  8.757754e-01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-0.035596326 0.9650298 0.034337053  -1.0366739  2.998879e-01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-0.049050213 0.9521333 0.032342117  -1.5166049  1.293665e-01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0.441495793 1.5550315 0.035975501  12.2721234  1.278557e-34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0.157797113 1.1709286 0.029483328   5.3520795  8.694919e-08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0.378259676 1.4597420 0.042689589   8.8607007  7.951305e-19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-0.073456134 0.9291769 0.025318922  -2.9012347  3.716954e-03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-0.377047671 0.6858834 0.030881453 -12.2095185  2.765207e-34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0.888510577 2.4315054 0.044778253  19.8424574  1.280444e-87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1.567277097 4.7935780 0.045510863  34.4374288 6.945505e-260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0.792688488 2.2093282 0.058669303  13.5111285  1.344446e-41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-1.295870084 0.2736597 0.035333931 -36.6749482 1.832124e-294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-0.004776260 0.9952351 0.026542596  -0.1799470  8.571942e-01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-0.331492968 0.7178512 0.025595222 -12.9513612  2.308246e-38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0.4945809 0.6078133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1.2809380 1.5125104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1.0876159 1.1910550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1.0012103 1.0099783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0.9518034 0.9686896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0.8745182 1.0158206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0.9365778 1.0799134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0.9022211 1.0322110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0.8936513 1.0144425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1.4491615 1.6686359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1.1051829 1.2405854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1.3425753 1.5871338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0.8841927 0.9764498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0.6456006 0.7286796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2.2272036 2.6545479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4.3845081 5.2408136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1.9693406 2.4785611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0.2553492 0.2932831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0.9447841 1.0483802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0.6827280 0.7547813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250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grouptype+SEX+q_smk_yn2+pack_year+G1E_BMI+income+cci_group+activity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(data4))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-0.600966048 0.5482817 0.052592032 -11.4269410  3.067245e-30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 0.330681710 1.3919167 0.042393153   7.8003565  6.173252e-15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 0.129413764 1.1381610 0.023176791   5.5837654  2.353662e-08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0.005569175 1.0055847 0.002224339   2.5037436  1.228870e-02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-0.040603877 0.9602094 0.004486231  -9.0507760  1.419558e-19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-0.059192675 0.9425252 0.038209605  -1.5491570  1.213440e-01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 0.005679059 1.0056952 0.036328110   0.1563269  8.757754e-01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-0.035596326 0.9650298 0.034337053  -1.0366739  2.998879e-01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-0.049050213 0.9521333 0.032342117  -1.5166049  1.293665e-01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 0.441495793 1.5550315 0.035975501  12.2721234  1.278557e-34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 0.157797113 1.1709286 0.029483328   5.3520795  8.694919e-08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 0.378259676 1.4597420 0.042689589   8.8607007  7.951305e-19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-0.073456134 0.9291769 0.025318922  -2.9012347  3.716954e-03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-0.377047671 0.6858834 0.030881453 -12.2095185  2.765207e-34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 0.888510577 2.4315054 0.044778253  19.8424574  1.280444e-87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 1.567277097 4.7935780 0.045510863  34.4374288 6.945505e-260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 0.792688488 2.2093282 0.058669303  13.5111285  1.344446e-41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-1.295870084 0.2736597 0.035333931 -36.6749482 1.832124e-294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-0.004776260 0.9952351 0.026542596  -0.1799470  8.571942e-01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-0.331492968 0.7178512 0.025595222 -12.9513612  2.308246e-38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         0.4945809 0.6078133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        1.2809380 1.5125104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q_smk_yn2Current smoker 1.0876159 1.1910550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pack_year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1.0012103 1.0099783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         0.9518034 0.9686896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         0.8745182 1.0158206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         0.9365778 1.0799134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         0.9022211 1.0322110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         0.8936513 1.0144425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        1.4491615 1.6686359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        1.1051829 1.2405854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        1.3425753 1.5871338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0.8841927 0.9764498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         0.6456006 0.7286796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        2.2272036 2.6545479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        4.3845081 5.2408136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        1.9693406 2.4785611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0.2553492 0.2932831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0.9447841 1.0483802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0.6827280 0.7547813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196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-0.42219085 0.6556089 0.038581394 -10.942861  7.189429e-28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0.59636504 1.8155075 0.015280593  39.027611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-0.02535899 0.9749599 0.002771656  -9.149399  5.725117e-20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-0.06927586 0.9330692 0.027071534  -2.558993  1.049759e-02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-0.04620402 0.9548471 0.025565199  -1.807301  7.071529e-02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-0.08262475 0.9206966 0.023509220  -3.514568  4.404703e-04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-0.06195555 0.9399247 0.021395678  -2.895704  3.783091e-03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0.50011634 1.6489131 0.024243787  20.628639  1.518632e-94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0.18799447 1.2068268 0.020045219   9.378519  6.690587e-21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0.44028738 1.5531535 0.028502284  15.447442  7.849717e-54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-0.16697952 0.8462169 0.018522708  -9.014854  1.971321e-19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-0.46713749 0.6267939 0.026589342 -17.568599  4.286271e-69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0.91834870 2.5051502 0.028253580  32.503799 9.423077e-232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1.65961323 5.2572771 0.029112840  57.006229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0.80025462 2.2261077 0.038498307  20.786748  5.704784e-96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-1.26989621 0.2808608 0.022989685 -55.237650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0.10226024 1.1076717 0.018661687   5.479689  4.260740e-08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-0.31221461 0.7318245 0.017230987 -18.119369  2.241502e-73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0.6078610 0.7071074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1.7619403 1.8707033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0.9696779 0.9802706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0.8848518 0.9839142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0.9081816 1.0039105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0.8792360 0.9641123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0.9013242 0.9801783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1.5723942 1.7291558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1.1603325 1.2551843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1.4687680 1.6423873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0.8160470 0.8775023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0.5949656 0.6603249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2.3701961 2.6477883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4.9656942 5.5659815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2.0643168 2.4005789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0.2684864 0.2938055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1.0678892 1.1489362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0.7075219 0.7569618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719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surv_all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-0.42219085 0.6556089 0.038581394 -10.942861  7.189429e-28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0.59636504 1.8155075 0.015280593  39.027611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-0.02535899 0.9749599 0.002771656  -9.149399  5.725117e-20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-0.06927586 0.9330692 0.027071534  -2.558993  1.049759e-02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-0.04620402 0.9548471 0.025565199  -1.807301  7.071529e-02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-0.08262475 0.9206966 0.023509220  -3.514568  4.404703e-04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-0.06195555 0.9399247 0.021395678  -2.895704  3.783091e-03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0.50011634 1.6489131 0.024243787  20.628639  1.518632e-94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0.18799447 1.2068268 0.020045219   9.378519  6.690587e-21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0.44028738 1.5531535 0.028502284  15.447442  7.849717e-54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-0.16697952 0.8462169 0.018522708  -9.014854  1.971321e-19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-0.46713749 0.6267939 0.026589342 -17.568599  4.286271e-69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0.91834870 2.5051502 0.028253580  32.503799 9.423077e-232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1.65961323 5.2572771 0.029112840  57.006229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0.80025462 2.2261077 0.038498307  20.786748  5.704784e-96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-1.26989621 0.2808608 0.022989685 -55.237650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0.10226024 1.1076717 0.018661687   5.479689  4.260740e-08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-0.31221461 0.7318245 0.017230987 -18.119369  2.241502e-73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0.6078610 0.7071074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1.7619403 1.8707033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0.9696779 0.9802706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0.8848518 0.9839142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0.9081816 1.0039105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0.8792360 0.9641123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0.9013242 0.9801783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1.5723942 1.7291558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1.1603325 1.2551843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1.4687680 1.6423873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0.8160470 0.8775023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0.5949656 0.6603249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2.3701961 2.6477883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4.9656942 5.5659815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2.0643168 2.4005789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0.2684864 0.2938055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1.0678892 1.1489362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0.7075219 0.7569618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3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-0.41632395 0.6594666 0.039999602 -10.408202  2.274768e-25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0.56637054 1.7618608 0.015973103  35.457765 2.202094e-275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-0.02522143 0.9750940 0.002891301  -8.723210  2.704245e-18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-0.07080729 0.9316414 0.028258988  -2.505656  1.222246e-02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-0.03428630 0.9662948 0.026609669  -1.288490  1.975753e-01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-0.08851608 0.9152884 0.024594565  -3.599010  3.194310e-04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-0.05674625 0.9448338 0.022337692  -2.540381  1.107317e-02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0.46106131 1.5857561 0.025207548  18.290605  9.831771e-75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0.17921354 1.1962762 0.020841526   8.598868  8.050602e-18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0.40687788 1.5021207 0.029975134  13.573847  5.723743e-42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-0.16367419 0.8490186 0.019336811  -8.464384  2.575099e-17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-0.48864504 0.6134570 0.027200121 -17.964811  3.675256e-72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1.10162160 3.0090415 0.031809079  34.632301 8.250853e-263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1.87998051 6.5533771 0.032526268  57.798839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0.91986961 2.5089632 0.042758491  21.513145 1.172781e-102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-1.30755591 0.2704803 0.024708001 -52.920343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0.12405016 1.1320727 0.019153560   6.476611  9.380539e-11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-0.28843198 0.7494378 0.017868744 -16.141705  1.299032e-58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0.6097406 0.7132479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1.7075572 1.8178914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0.9695839 0.9806354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0.8814439 0.9846976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0.9171903 1.0180283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0.8722139 0.9604901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0.9043604 0.9871185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1.5093143 1.6660694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1.1483945 1.2461542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1.4164131 1.5930144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0.8174434 0.8818135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0.5816093 0.6470487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2.8271721 3.2026105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6.1486355 6.9847613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2.3072688 2.7282891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0.2576939 0.2839012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1.0903621 1.1753788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0.7236452 0.7761497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301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fit15 &lt;-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coxph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surv_lungcancer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~ grouptype+SEX+G1E_BMI+income+cci_group+activity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+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non_small_yn+SEER_GRP+surgery_yn+radio_yn+system_yn</a:t>
            </a:r>
            <a:endParaRPr lang="en-US" altLang="ko-KR" sz="800" b="0" i="0" u="none" strike="noStrike" kern="1200" cap="none" dirty="0" smtClean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+                ,data=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as.data.frame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(data5))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summary(fit15)$coefficients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se(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coef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)          z     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Pr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(&gt;|z|)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-0.41632395 0.6594666 0.039999602 -10.408202  2.274768e-25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 0.56637054 1.7618608 0.015973103  35.457765 2.202094e-275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-0.02522143 0.9750940 0.002891301  -8.723210  2.704245e-18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-0.07080729 0.9316414 0.028258988  -2.505656  1.222246e-02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-0.03428630 0.9662948 0.026609669  -1.288490  1.975753e-01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-0.08851608 0.9152884 0.024594565  -3.599010  3.194310e-04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-0.05674625 0.9448338 0.022337692  -2.540381  1.107317e-02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 0.46106131 1.5857561 0.025207548  18.290605  9.831771e-75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 0.17921354 1.1962762 0.020841526   8.598868  8.050602e-18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 0.40687788 1.5021207 0.029975134  13.573847  5.723743e-42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-0.16367419 0.8490186 0.019336811  -8.464384  2.575099e-17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-0.48864504 0.6134570 0.027200121 -17.964811  3.675256e-72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 1.10162160 3.0090415 0.031809079  34.632301 8.250853e-263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 1.87998051 6.5533771 0.032526268  57.798839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 0.91986961 2.5089632 0.042758491  21.513145 1.172781e-102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-1.30755591 0.2704803 0.024708001 -52.920343  0.000000e+00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0.12405016 1.1320727 0.019153560   6.476611  9.380539e-11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-0.28843198 0.7494378 0.017868744 -16.141705  1.299032e-58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 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exp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</a:t>
            </a: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confint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(fit15))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               2.5 %    97.5 %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grouptype002   0.6097406 0.7132479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SEX1           1.7075572 1.8178914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G1E_BMI        0.9695839 0.9806354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income2        0.8814439 0.9846976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income3        0.9171903 1.0180283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income4        0.8722139 0.9604901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income5        0.9043604 0.9871185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&gt;=5   1.5093143 1.6660694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cci_group1-2   1.1483945 1.2461542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cci_group3-4   1.4164131 1.5930144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activityactive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0.8174434 0.8818135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non_small_yn1  0.5816093 0.6470487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SEER_GRP2      2.8271721 3.2026105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SEER_GRP7      6.1486355 6.9847613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SEER_GRP9      2.3072688 2.7282891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surgery_ynyes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0.2576939 0.2839012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radio_ynyes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 1.0903621 1.1753788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altLang="ko-KR" sz="800" b="0" i="0" u="none" strike="noStrike" kern="1200" cap="none" dirty="0" err="1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system_ynyes</a:t>
            </a:r>
            <a:r>
              <a:rPr lang="en-US" altLang="ko-KR" sz="800" b="0" i="0" u="none" strike="noStrike" kern="1200" cap="none" dirty="0" smtClean="0">
                <a:ln>
                  <a:noFill/>
                </a:ln>
                <a:latin typeface="맑은 고딕" pitchFamily="18"/>
                <a:ea typeface="맑은 고딕" pitchFamily="2"/>
                <a:cs typeface="Lucida Sans" pitchFamily="2"/>
              </a:rPr>
              <a:t>   0.7236452 0.7761497</a:t>
            </a:r>
            <a:endParaRPr lang="en-US" altLang="ko-KR" sz="800" b="0" i="0" u="none" strike="noStrike" kern="1200" cap="none" dirty="0">
              <a:ln>
                <a:noFill/>
              </a:ln>
              <a:latin typeface="맑은 고딕" pitchFamily="18"/>
              <a:ea typeface="맑은 고딕" pitchFamily="2"/>
              <a:cs typeface="Lucida Sans" pitchFamily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4F0943-6B8D-4BF0-B0EC-0A73AE3BB1B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418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6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2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34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8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08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2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52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5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36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34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128D8-0B17-4049-A510-CA6C84FE8B03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A4A6A-9D39-4752-866A-C5A784BB06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31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All-cause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20PYs smoking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3. AGED 50-80, individuals who have never-smoked)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smoking status, </a:t>
            </a:r>
            <a:r>
              <a:rPr lang="en-US" altLang="ko-KR" dirty="0" err="1" smtClean="0"/>
              <a:t>pack_year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623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2368" y="654802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415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50021" y="582139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37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20PYs smoking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3. AGED 50-80, individuals who have never-smoked)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/>
              <a:t>smoking status, </a:t>
            </a:r>
            <a:r>
              <a:rPr lang="en-US" altLang="ko-KR" dirty="0" err="1"/>
              <a:t>pack_year</a:t>
            </a:r>
            <a:r>
              <a:rPr lang="en-US" altLang="ko-KR" dirty="0"/>
              <a:t> </a:t>
            </a:r>
            <a:r>
              <a:rPr lang="ko-KR" altLang="en-US" dirty="0"/>
              <a:t>제외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9545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0389" y="391586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29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79233" y="592825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032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 cause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20years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20years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ko-KR" altLang="en-US" dirty="0" smtClean="0"/>
              <a:t>모든 변수 포함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38241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11012" y="587918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037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46800" y="423019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43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20years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20years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ko-KR" altLang="en-US" dirty="0" smtClean="0"/>
              <a:t>모든 변수 포함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99492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27274" y="700522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099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0179" y="628845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10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 cause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 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≥</a:t>
            </a:r>
            <a:r>
              <a:rPr lang="en-US" altLang="ko-KR" dirty="0" smtClean="0"/>
              <a:t>20PY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ko-KR" altLang="en-US" dirty="0"/>
              <a:t> </a:t>
            </a:r>
            <a:r>
              <a:rPr lang="en-US" altLang="ko-KR" dirty="0" smtClean="0"/>
              <a:t>age </a:t>
            </a:r>
            <a:r>
              <a:rPr lang="ko-KR" altLang="en-US" dirty="0" smtClean="0"/>
              <a:t>변수 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1529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30231" y="441132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796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80023" y="588847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 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≥</a:t>
            </a:r>
            <a:r>
              <a:rPr lang="en-US" altLang="ko-KR" dirty="0" smtClean="0"/>
              <a:t>20PY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age </a:t>
            </a:r>
            <a:r>
              <a:rPr lang="ko-KR" altLang="en-US" dirty="0" smtClean="0"/>
              <a:t>변수 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4455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78358" y="477227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030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67202" y="588846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73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 cause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</a:t>
            </a:r>
            <a:r>
              <a:rPr lang="en-US" altLang="ko-KR" dirty="0" smtClean="0"/>
              <a:t>PY</a:t>
            </a:r>
            <a:r>
              <a:rPr lang="en-US" altLang="ko-KR" dirty="0" smtClean="0"/>
              <a:t> </a:t>
            </a:r>
            <a:r>
              <a:rPr lang="en-US" altLang="ko-KR" dirty="0" smtClean="0"/>
              <a:t>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dirty="0" smtClean="0"/>
              <a:t>20PY </a:t>
            </a:r>
            <a:r>
              <a:rPr lang="en-US" altLang="ko-KR" dirty="0" smtClean="0"/>
              <a:t>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 smtClean="0"/>
              <a:t>age</a:t>
            </a:r>
            <a:r>
              <a:rPr lang="ko-KR" altLang="en-US" dirty="0" smtClean="0"/>
              <a:t> </a:t>
            </a:r>
            <a:r>
              <a:rPr lang="ko-KR" altLang="en-US" dirty="0" smtClean="0"/>
              <a:t>변수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6706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5528" y="521033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705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70864" y="761324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64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20PY </a:t>
            </a:r>
            <a:r>
              <a:rPr lang="en-US" altLang="ko-KR" dirty="0" smtClean="0"/>
              <a:t>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dirty="0" smtClean="0"/>
              <a:t>20PY </a:t>
            </a:r>
            <a:r>
              <a:rPr lang="en-US" altLang="ko-KR" dirty="0" smtClean="0"/>
              <a:t>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 smtClean="0"/>
              <a:t>age</a:t>
            </a:r>
            <a:r>
              <a:rPr lang="ko-KR" altLang="en-US" dirty="0" smtClean="0"/>
              <a:t> </a:t>
            </a:r>
            <a:r>
              <a:rPr lang="ko-KR" altLang="en-US" dirty="0" smtClean="0"/>
              <a:t>변수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624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5853" y="446438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940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06958" y="725229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431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All cause mortality</a:t>
            </a:r>
            <a:br>
              <a:rPr lang="en-US" altLang="ko-KR" dirty="0" smtClean="0"/>
            </a:br>
            <a:r>
              <a:rPr lang="en-US" altLang="ko-KR" dirty="0" smtClean="0"/>
              <a:t>(1.AGED 50-80, Never-smoker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Never-smoker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/>
              <a:t>age</a:t>
            </a:r>
            <a:r>
              <a:rPr lang="ko-KR" altLang="en-US" dirty="0"/>
              <a:t> 변수 제외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7398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17674" y="672821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498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8516" y="483176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082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Never-smoker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Never-smoker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/>
              <a:t>age</a:t>
            </a:r>
            <a:r>
              <a:rPr lang="ko-KR" altLang="en-US" dirty="0"/>
              <a:t> 변수 제외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13511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58823" y="52776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313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27274" y="670377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744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4872</Words>
  <Application>Microsoft Office PowerPoint</Application>
  <PresentationFormat>와이드스크린</PresentationFormat>
  <Paragraphs>1004</Paragraphs>
  <Slides>30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맑은 고딕</vt:lpstr>
      <vt:lpstr>Arial</vt:lpstr>
      <vt:lpstr>Lucida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130</cp:revision>
  <dcterms:created xsi:type="dcterms:W3CDTF">2025-08-05T05:47:53Z</dcterms:created>
  <dcterms:modified xsi:type="dcterms:W3CDTF">2025-11-14T06:32:01Z</dcterms:modified>
</cp:coreProperties>
</file>